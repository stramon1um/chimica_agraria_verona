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75"/>
    <p:restoredTop sz="94668"/>
  </p:normalViewPr>
  <p:slideViewPr>
    <p:cSldViewPr snapToGrid="0">
      <p:cViewPr varScale="1">
        <p:scale>
          <a:sx n="166" d="100"/>
          <a:sy n="166" d="100"/>
        </p:scale>
        <p:origin x="744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5EBF-3327-DB44-B536-00D7F0B618A3}" type="datetimeFigureOut">
              <a:rPr lang="it-IT" smtClean="0"/>
              <a:t>29/04/26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74F4-2C56-2141-8882-85D2AB72D5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563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5EBF-3327-DB44-B536-00D7F0B618A3}" type="datetimeFigureOut">
              <a:rPr lang="it-IT" smtClean="0"/>
              <a:t>29/04/26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74F4-2C56-2141-8882-85D2AB72D5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1797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5EBF-3327-DB44-B536-00D7F0B618A3}" type="datetimeFigureOut">
              <a:rPr lang="it-IT" smtClean="0"/>
              <a:t>29/04/26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74F4-2C56-2141-8882-85D2AB72D5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600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5EBF-3327-DB44-B536-00D7F0B618A3}" type="datetimeFigureOut">
              <a:rPr lang="it-IT" smtClean="0"/>
              <a:t>29/04/26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74F4-2C56-2141-8882-85D2AB72D5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338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5EBF-3327-DB44-B536-00D7F0B618A3}" type="datetimeFigureOut">
              <a:rPr lang="it-IT" smtClean="0"/>
              <a:t>29/04/26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74F4-2C56-2141-8882-85D2AB72D5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4125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5EBF-3327-DB44-B536-00D7F0B618A3}" type="datetimeFigureOut">
              <a:rPr lang="it-IT" smtClean="0"/>
              <a:t>29/04/26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74F4-2C56-2141-8882-85D2AB72D5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5440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5EBF-3327-DB44-B536-00D7F0B618A3}" type="datetimeFigureOut">
              <a:rPr lang="it-IT" smtClean="0"/>
              <a:t>29/04/26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74F4-2C56-2141-8882-85D2AB72D5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6681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5EBF-3327-DB44-B536-00D7F0B618A3}" type="datetimeFigureOut">
              <a:rPr lang="it-IT" smtClean="0"/>
              <a:t>29/04/26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74F4-2C56-2141-8882-85D2AB72D5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5538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5EBF-3327-DB44-B536-00D7F0B618A3}" type="datetimeFigureOut">
              <a:rPr lang="it-IT" smtClean="0"/>
              <a:t>29/04/26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74F4-2C56-2141-8882-85D2AB72D5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3482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5EBF-3327-DB44-B536-00D7F0B618A3}" type="datetimeFigureOut">
              <a:rPr lang="it-IT" smtClean="0"/>
              <a:t>29/04/26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74F4-2C56-2141-8882-85D2AB72D5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475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5EBF-3327-DB44-B536-00D7F0B618A3}" type="datetimeFigureOut">
              <a:rPr lang="it-IT" smtClean="0"/>
              <a:t>29/04/26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74F4-2C56-2141-8882-85D2AB72D5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56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835EBF-3327-DB44-B536-00D7F0B618A3}" type="datetimeFigureOut">
              <a:rPr lang="it-IT" smtClean="0"/>
              <a:t>29/04/26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4474F4-2C56-2141-8882-85D2AB72D5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317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ABE69392-5C6D-6259-2E0C-A3C4CADAB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653" y="3742124"/>
            <a:ext cx="5056694" cy="505669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12254DE-6D90-A35A-C99F-12BC051EEF32}"/>
              </a:ext>
            </a:extLst>
          </p:cNvPr>
          <p:cNvSpPr txBox="1"/>
          <p:nvPr/>
        </p:nvSpPr>
        <p:spPr>
          <a:xfrm>
            <a:off x="380505" y="471434"/>
            <a:ext cx="60969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4000" b="1" dirty="0">
                <a:latin typeface="Helvetica" pitchFamily="2" charset="0"/>
              </a:rPr>
              <a:t>Laboratorio </a:t>
            </a:r>
          </a:p>
          <a:p>
            <a:pPr algn="ctr"/>
            <a:r>
              <a:rPr lang="it-IT" sz="4000" b="1" dirty="0">
                <a:latin typeface="Helvetica" pitchFamily="2" charset="0"/>
              </a:rPr>
              <a:t>di Chimica Agraria (S13)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DEEFB8F-0898-3DCF-BF63-D07494355EB2}"/>
              </a:ext>
            </a:extLst>
          </p:cNvPr>
          <p:cNvSpPr txBox="1"/>
          <p:nvPr/>
        </p:nvSpPr>
        <p:spPr>
          <a:xfrm>
            <a:off x="870445" y="2517462"/>
            <a:ext cx="5117105" cy="970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t-IT" sz="2000" dirty="0">
                <a:latin typeface="Helvetica" pitchFamily="2" charset="0"/>
              </a:rPr>
              <a:t>Scansione il QR Code per la </a:t>
            </a:r>
            <a:r>
              <a:rPr lang="it-IT" sz="2000" u="sng" dirty="0">
                <a:latin typeface="Helvetica" pitchFamily="2" charset="0"/>
              </a:rPr>
              <a:t>lista Reagenti</a:t>
            </a:r>
            <a:r>
              <a:rPr lang="it-IT" sz="2000" dirty="0">
                <a:latin typeface="Helvetica" pitchFamily="2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it-IT" sz="2000" dirty="0">
                <a:latin typeface="Helvetica" pitchFamily="2" charset="0"/>
              </a:rPr>
              <a:t>e le relative </a:t>
            </a:r>
            <a:r>
              <a:rPr lang="it-IT" sz="2000" u="sng" dirty="0">
                <a:latin typeface="Helvetica" pitchFamily="2" charset="0"/>
              </a:rPr>
              <a:t>Schede di Sicurezza</a:t>
            </a:r>
            <a:r>
              <a:rPr lang="it-IT" sz="2000" dirty="0">
                <a:latin typeface="Helvetica" pitchFamily="2" charset="0"/>
              </a:rPr>
              <a:t> (SDS)</a:t>
            </a:r>
          </a:p>
        </p:txBody>
      </p:sp>
    </p:spTree>
    <p:extLst>
      <p:ext uri="{BB962C8B-B14F-4D97-AF65-F5344CB8AC3E}">
        <p14:creationId xmlns:p14="http://schemas.microsoft.com/office/powerpoint/2010/main" val="42439682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24</Words>
  <Application>Microsoft Macintosh PowerPoint</Application>
  <PresentationFormat>A4 (21x29,7 cm)</PresentationFormat>
  <Paragraphs>4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Mauro Maver</dc:creator>
  <cp:lastModifiedBy>Mauro Maver</cp:lastModifiedBy>
  <cp:revision>4</cp:revision>
  <dcterms:created xsi:type="dcterms:W3CDTF">2026-04-29T11:27:49Z</dcterms:created>
  <dcterms:modified xsi:type="dcterms:W3CDTF">2026-04-29T11:35:08Z</dcterms:modified>
</cp:coreProperties>
</file>